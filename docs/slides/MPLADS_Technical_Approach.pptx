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xample.com/REPLACE-prototype" TargetMode="External"/><Relationship Id="rId4" Type="http://schemas.openxmlformats.org/officeDocument/2006/relationships/hyperlink" Target="https://youtube.com/REPLACE-video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ink-prototype"/>
          <p:cNvSpPr txBox="1"/>
          <p:nvPr/>
        </p:nvSpPr>
        <p:spPr>
          <a:xfrm>
            <a:off x="7360735" y="5791200"/>
            <a:ext cx="1676358" cy="198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hlinkClick r:id="rId3"/>
              </a:rPr>
              <a:t> </a:t>
            </a:r>
          </a:p>
        </p:txBody>
      </p:sp>
      <p:sp>
        <p:nvSpPr>
          <p:cNvPr id="4" name="link-video"/>
          <p:cNvSpPr txBox="1"/>
          <p:nvPr/>
        </p:nvSpPr>
        <p:spPr>
          <a:xfrm>
            <a:off x="7360735" y="5989320"/>
            <a:ext cx="1676358" cy="198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hlinkClick r:id="rId4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